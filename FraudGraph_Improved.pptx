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FraudGraph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Financial Fraud Detection using TigerGraph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Project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₹1000+ crores lost in digital fraud</a:t>
            </a:r>
          </a:p>
          <a:p>
            <a:r>
              <a:t>Fraud is network-based, not isolated</a:t>
            </a:r>
          </a:p>
          <a:p>
            <a:r>
              <a:t>Traditional systems miss hidden links</a:t>
            </a:r>
          </a:p>
          <a:p>
            <a:r>
              <a:t>Need graph-based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FraudGraph?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fraud using relationships</a:t>
            </a:r>
          </a:p>
          <a:p>
            <a:r>
              <a:t>Accounts → Nodes</a:t>
            </a:r>
          </a:p>
          <a:p>
            <a:r>
              <a:t>Transactions → Edges</a:t>
            </a:r>
          </a:p>
          <a:p>
            <a:r>
              <a:t>Finds hidden connections</a:t>
            </a:r>
          </a:p>
          <a:p>
            <a:r>
              <a:t>Identifies fraud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</a:t>
            </a:r>
          </a:p>
          <a:p>
            <a:r>
              <a:t>Backend: FastAPI</a:t>
            </a:r>
          </a:p>
          <a:p>
            <a:r>
              <a:t>Database: TigerGraph</a:t>
            </a:r>
          </a:p>
          <a:p>
            <a:r>
              <a:t>Queries: GSQL</a:t>
            </a:r>
          </a:p>
          <a:p>
            <a:r>
              <a:t>Connected via APIs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enters account ID</a:t>
            </a:r>
          </a:p>
          <a:p>
            <a:r>
              <a:t>Backend triggers GSQL query</a:t>
            </a:r>
          </a:p>
          <a:p>
            <a:r>
              <a:t>Multi-hop traversal executed</a:t>
            </a:r>
          </a:p>
          <a:p>
            <a:r>
              <a:t>Fraud patterns detected</a:t>
            </a:r>
          </a:p>
          <a:p>
            <a:r>
              <a:t>Graph visualization shown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Multi-hop fraud detection</a:t>
            </a:r>
          </a:p>
          <a:p>
            <a:r>
              <a:t>Circular transaction detection</a:t>
            </a:r>
          </a:p>
          <a:p>
            <a:r>
              <a:t>Graph visualization</a:t>
            </a:r>
          </a:p>
          <a:p>
            <a:r>
              <a:t>High-risk account flagging</a:t>
            </a:r>
          </a:p>
          <a:p>
            <a:r>
              <a:t>Real-time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Table-based → Hard relationships</a:t>
            </a:r>
          </a:p>
          <a:p>
            <a:r>
              <a:t>Complex joins → Slow</a:t>
            </a:r>
          </a:p>
          <a:p>
            <a:r>
              <a:t>Limited pattern detection</a:t>
            </a:r>
          </a:p>
          <a:p>
            <a:r>
              <a:t>Graph → Fast traversal</a:t>
            </a:r>
          </a:p>
          <a:p>
            <a:r>
              <a:t>Better fraud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Banking fraud detection</a:t>
            </a:r>
          </a:p>
          <a:p>
            <a:r>
              <a:t>Money laundering tracking</a:t>
            </a:r>
          </a:p>
          <a:p>
            <a:r>
              <a:t>Transaction monitoring</a:t>
            </a:r>
          </a:p>
          <a:p>
            <a:r>
              <a:t>Cyber fraud investigation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ML-based fraud scoring</a:t>
            </a:r>
          </a:p>
          <a:p>
            <a:r>
              <a:t>Real-time streaming</a:t>
            </a:r>
          </a:p>
          <a:p>
            <a:r>
              <a:t>Automated alerts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is a network problem</a:t>
            </a:r>
          </a:p>
          <a:p>
            <a:r>
              <a:t>Graph solves it efficiently</a:t>
            </a:r>
          </a:p>
          <a:p>
            <a:r>
              <a:t>FraudGraph enables smarter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